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Helvetica Neue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slide" Target="slides/slide5.xml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edf50996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edf50996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edf509962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edf50996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edf509962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edf50996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edf509962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edf509962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V06mH0cEYirU9JTzyusMKFxh0JWN3bUE/view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Nm8o3ndqsWKnOLX6okp1TMJO8yNSIEw8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9dZNta0RyjgGMUH4cs9OHlCrbN2Zg5Gy/view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://drive.google.com/file/d/19dZNta0RyjgGMUH4cs9OHlCrbN2Zg5Gy/view" TargetMode="External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Nm8o3ndqsWKnOLX6okp1TMJO8yNSIEw8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s.vecteezy.com/png/49994079-un-dibujos-animados-fantasma-vistiendo-lentes-y-un-calabaza" TargetMode="External"/><Relationship Id="rId4" Type="http://schemas.openxmlformats.org/officeDocument/2006/relationships/hyperlink" Target="https://www.youtube.com/watch?v=f2G449M-Mp8" TargetMode="External"/><Relationship Id="rId5" Type="http://schemas.openxmlformats.org/officeDocument/2006/relationships/hyperlink" Target="https://www.youtube.com/watch?v=PqCfH6dv948" TargetMode="External"/><Relationship Id="rId6" Type="http://schemas.openxmlformats.org/officeDocument/2006/relationships/hyperlink" Target="https://www.vecteezy.com/png/46829315-old-typewriter-isolated-on-transparent-background" TargetMode="External"/><Relationship Id="rId7" Type="http://schemas.openxmlformats.org/officeDocument/2006/relationships/hyperlink" Target="https://www.youtube.com/watch?v=Am7YlqM6WC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500" y="1178825"/>
            <a:ext cx="2310999" cy="23109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416450" y="3660900"/>
            <a:ext cx="23109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MISTWORKS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6" name="Google Shape;56;p13" title="ghost_sfx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3299" y="43338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4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4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type_sfx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night_sfx.mp3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24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82237" y="-3527250"/>
            <a:ext cx="18308450" cy="1219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3018400" y="1757775"/>
            <a:ext cx="3657600" cy="204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18720" l="1780" r="-1780" t="-18720"/>
          <a:stretch/>
        </p:blipFill>
        <p:spPr>
          <a:xfrm>
            <a:off x="1072050" y="324800"/>
            <a:ext cx="7435826" cy="65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018400" y="1757775"/>
            <a:ext cx="3835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If you are reading this, then I am knee deep in trouble and probably will need some help. These might be my…</a:t>
            </a:r>
            <a:endParaRPr sz="16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1" name="Google Shape;71;p15" title="night_sfx.m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2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3018400" y="1757775"/>
            <a:ext cx="3835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Last Words</a:t>
            </a:r>
            <a:endParaRPr b="1" sz="1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→Start</a:t>
            </a:r>
            <a:endParaRPr sz="15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– Credits</a:t>
            </a:r>
            <a:endParaRPr sz="15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– Exit</a:t>
            </a:r>
            <a:endParaRPr sz="15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-76200" y="1152525"/>
            <a:ext cx="3686100" cy="135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1066800" y="1005850"/>
            <a:ext cx="21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1173425" y="1005850"/>
            <a:ext cx="21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341000" y="1005850"/>
            <a:ext cx="21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500950" y="1005850"/>
            <a:ext cx="21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615200" y="1005850"/>
            <a:ext cx="21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752350" y="1005850"/>
            <a:ext cx="21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935100" y="1005850"/>
            <a:ext cx="21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223275" y="1280050"/>
            <a:ext cx="38100" cy="3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2290275" y="1280050"/>
            <a:ext cx="38100" cy="3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2357275" y="1280050"/>
            <a:ext cx="38100" cy="3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 title="type_sfx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325" y="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b="18720" l="1780" r="-1780" t="-18720"/>
          <a:stretch/>
        </p:blipFill>
        <p:spPr>
          <a:xfrm>
            <a:off x="-2347425" y="-56200"/>
            <a:ext cx="7435826" cy="65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Asset Sources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https://es.vecteezy.com/png/49994079-un-dibujos-animados-fantasma-vistiendo-lentes-y-un-calabaza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Ghost Image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r>
              <a:rPr lang="en" sz="11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https://www.youtube.com/watch?v=f2G449M-Mp8</a:t>
            </a:r>
            <a:r>
              <a:rPr lang="en" sz="1100">
                <a:solidFill>
                  <a:schemeClr val="dk1"/>
                </a:solidFill>
              </a:rPr>
              <a:t> 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Ghost SFX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r>
              <a:rPr lang="en" sz="11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https://www.youtube.com/watch?v=PqCfH6dv948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Type SFX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rgbClr val="1155CC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https://www.vecteezy.com/png/46829315-old-typewriter-isolated-on-transparent-background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Typewriter Image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r>
              <a:rPr lang="en" sz="1100" u="sng">
                <a:solidFill>
                  <a:srgbClr val="1155CC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https://www.youtube.com/watch?v=Am7YlqM6WCc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Night ambient SFX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